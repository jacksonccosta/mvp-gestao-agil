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Olá! Eu sou o Jackson Costa, da pós-graduação em Engenharia de Software da PUC-Rio. Nesta sprint de Gestão Ágil de Projetos e Produtos, apresento o MVP do Minha Agenda de Tarefas, um gerenciador de tarefas simples e visual no estilo Kanban.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empresa hipotética é a TaskFlow Labs. A dor: ferramentas existentes são complexas demais e pagas. A hipótese: existe demanda por algo minimalista e gratuito. Para validar isso com o menor custo, montei um time Scrum enxuto de cinco pessoas.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visão em formato de elevator pitch: para quem precisa organizar tarefas sem complexidade, somos um Kanban simples e gratuito, diferente das ferramentas complexas e pagas. Definimos também claramente o que o produto é e o que ele não é, para manter o escopo do MVP enxuto.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Conduzi uma Lean Inception completa — visão, é/não é, personas, jornadas, brainstorming, revisão técnica e o sequenciador que define a linha do MVP. Tudo isso converge neste MVP Canvas: a proposta, as três personas, as jornadas, as funcionalidades e as métricas que vamos usar para validar a hipótese.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das funcionalidades do canvas, construí o backlog no Jira. É emergente: o épico do MVP está detalhado em features, histórias, enablers e um RNF; os incrementos seguintes ficam mais grossos. Defini o Definition of Ready e o Definition of Done, e o DoD inclui requisitos não funcionais como desempenho, usabilidade e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 Sprint 1 selecionei 21 story points, dentro da capacidade de 26: o enabler da API documentada e as histórias de cadastro, seleção de usuário, criação e visualização e movimentação de tarefas no Kanban. Todas atendem ao Definition of Ready, com estimativas e critérios de aceitação no formato Dado, Quando, Então.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fim, prototipei a interface da Sprint 1 no Figma. São cinco wireframes de baixa fidelidade: a seleção e cadastro de usuário, a criação de tarefa com sugestão, o quadro Kanban com filtros, o modal de confirmação de exclusão e a versão mobile responsiva.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MVP do Minha Agenda de Tarefas: simples, validável e pronto para a primeira sprint.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0E4A8F"/>
          </a:solidFill>
          <a:ln/>
        </p:spPr>
      </p:sp>
      <p:sp>
        <p:nvSpPr>
          <p:cNvPr id="3" name="Shape 1"/>
          <p:cNvSpPr/>
          <p:nvPr/>
        </p:nvSpPr>
        <p:spPr>
          <a:xfrm>
            <a:off x="9265615" y="3749040"/>
            <a:ext cx="5486400" cy="5486400"/>
          </a:xfrm>
          <a:prstGeom prst="ellipse">
            <a:avLst/>
          </a:prstGeom>
          <a:solidFill>
            <a:srgbClr val="0E4A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C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Gestão Ágil de Projetos e Produtos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Minha Agenda de Tarefas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gerenciador de tarefas simples, gratuito e visual no estilo Kanban.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Costa</a:t>
            </a:r>
            <a:pPr indent="0" marL="0">
              <a:buNone/>
            </a:pPr>
            <a:r>
              <a:rPr lang="en-US" sz="1600" dirty="0">
                <a:solidFill>
                  <a:srgbClr val="CF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Pós-graduação em Engenharia de Software · PUC-Rio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&amp;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 Labs — micro-startup de produtividade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4708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6E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Trello, Asana e Notion são poderosas, porém complexas.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Exigem curva de aprendizado e, muitas vezes, planos pagos.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acabam recorrendo a planilhas e post-its.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4708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87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hipótese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demanda por um gerenciador minimalista, gratuito e visual.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Público: profissionais autônomos, estudantes e pequenas equipes.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com o menor investimento possível (MVP).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Scrum enxuto (5 pessoas)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754880"/>
            <a:ext cx="1999427" cy="822960"/>
          </a:xfrm>
          <a:prstGeom prst="roundRect">
            <a:avLst>
              <a:gd name="adj" fmla="val 8889"/>
            </a:avLst>
          </a:prstGeom>
          <a:solidFill>
            <a:srgbClr val="0A3D7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68107" y="4754880"/>
            <a:ext cx="1999427" cy="822960"/>
          </a:xfrm>
          <a:prstGeom prst="roundRect">
            <a:avLst>
              <a:gd name="adj" fmla="val 8889"/>
            </a:avLst>
          </a:prstGeom>
          <a:solidFill>
            <a:srgbClr val="0A3D7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/ Dev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96134" y="4754880"/>
            <a:ext cx="1999427" cy="822960"/>
          </a:xfrm>
          <a:prstGeom prst="roundRect">
            <a:avLst>
              <a:gd name="adj" fmla="val 8889"/>
            </a:avLst>
          </a:prstGeom>
          <a:solidFill>
            <a:srgbClr val="0A3D7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Back-end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24161" y="4754880"/>
            <a:ext cx="1999427" cy="822960"/>
          </a:xfrm>
          <a:prstGeom prst="roundRect">
            <a:avLst>
              <a:gd name="adj" fmla="val 8889"/>
            </a:avLst>
          </a:prstGeom>
          <a:solidFill>
            <a:srgbClr val="0A3D7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Front-end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552188" y="4754880"/>
            <a:ext cx="1999427" cy="822960"/>
          </a:xfrm>
          <a:prstGeom prst="roundRect">
            <a:avLst>
              <a:gd name="adj" fmla="val 8889"/>
            </a:avLst>
          </a:prstGeom>
          <a:solidFill>
            <a:srgbClr val="0A3D7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UX/UI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do Produto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pitch (Geoffrey Moore)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1783080"/>
          </a:xfrm>
          <a:prstGeom prst="roundRect">
            <a:avLst>
              <a:gd name="adj" fmla="val 5128"/>
            </a:avLst>
          </a:prstGeom>
          <a:solidFill>
            <a:srgbClr val="0A3D7A"/>
          </a:solidFill>
          <a:ln/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101800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DC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autônomos, estudantes e pequenas equipes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DC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 organizar tarefas sem complexidade, o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Agenda de Tarefas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gerenciador Kanban que permite criar, acompanhar e concluir tarefas de forma simples, visual e gratuita —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DC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DE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Trello/Asana/Notion, que são complexos e pagos.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8587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87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 /  FAZ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Gerenciador de tarefas pessoal/leve, web e gratuito.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 usuários; cria, lista, move e exclui tarefas.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Kanban (A Fazer / Em Andamento / Concluído).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status e sugere tarefas.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365760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38587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 /  NÃO FAZ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438912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corporativa de gestão de projetos (não é Jira).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gerencia times grandes nem papéis avançados.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integrações complexas e sem cobrança/billing.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Canvas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consolidado da Lean Inception (board completo no Miro)</a:t>
            </a:r>
            <a:endParaRPr lang="en-US" sz="1500" dirty="0"/>
          </a:p>
        </p:txBody>
      </p:sp>
      <p:pic>
        <p:nvPicPr>
          <p:cNvPr id="4" name="Image 0" descr="D:\Dev\PUC\MVP\mvp-gestao-agil\assets\mvp-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115" y="1508760"/>
            <a:ext cx="8201465" cy="48463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do Produto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Emergente · construído no Jira · MVP detalhado, incrementos em granularidade grossa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669280" cy="2926080"/>
          </a:xfrm>
          <a:prstGeom prst="roundRect">
            <a:avLst>
              <a:gd name="adj" fmla="val 312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470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6E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(épicos → features → itens)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· MVP — gestão de usuários, CRUD de tarefas, Kanban, filtro, sugestão.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· Incremento 1 — autenticação e planejamento temporal.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EP3 · Incremento 2 — etiquetas, modo escuro, notificações, compartilhamento.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enablers (API REST/Swagger) e RNF de desempenho.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37960" y="1645920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12280" y="18470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87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 &amp; DoD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12280" y="237744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DoR: história no formato INVEST, testável, estimada (story points) e com critérios de aceitação.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DoD: code review, testes automatizados, responsividade.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com RNF: desempenho (≤2s), usabilidade e segurança/LGPD.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714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507492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não funcional (no DoD):  </a:t>
            </a:r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quadro de tarefas carrega em ≤ 2 segundos com até 100 tarefas; chamadas à API ≤ 500ms (p95).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da Sprint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cadastrar, selecionar usuário, criar e visualizar/mover tarefas no Kanban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1153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0"/>
                <a:gridCol w="1828800"/>
                <a:gridCol w="15819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 documentada (Swagger)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Cadastrar usuário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Selecionar/trocar usuário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tarefa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Visualizar quadro Kanban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Mover/editar status da tarefa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A3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COMPROMETIDO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3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estimada: 26 SP · </a:t>
            </a:r>
            <a:pPr indent="0" marL="0">
              <a:buNone/>
            </a:pPr>
            <a:r>
              <a:rPr lang="en-US" sz="14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itens atendem ao Definition of Ready, com story points e critérios de aceitação (Dado/Quando/Então).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Protótipos — Wireframes da Sprint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fidelidade (Figma) · 5 telas do fluxo principal</a:t>
            </a:r>
            <a:endParaRPr lang="en-US" sz="1500" dirty="0"/>
          </a:p>
        </p:txBody>
      </p:sp>
      <p:pic>
        <p:nvPicPr>
          <p:cNvPr id="4" name="Image 0" descr="D:\Dev\PUC\MVP\mvp-gestao-agil\wireframes\01-selecao-cadastro-usu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06378"/>
            <a:ext cx="1999427" cy="151956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534924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/ cadastro</a:t>
            </a:r>
            <a:endParaRPr lang="en-US" sz="1200" dirty="0"/>
          </a:p>
        </p:txBody>
      </p:sp>
      <p:pic>
        <p:nvPicPr>
          <p:cNvPr id="6" name="Image 1" descr="D:\Dev\PUC\MVP\mvp-gestao-agil\wireframes\02-nova-taref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107" y="2806378"/>
            <a:ext cx="1999427" cy="151956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2868107" y="534924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tarefa + sugestão</a:t>
            </a:r>
            <a:endParaRPr lang="en-US" sz="1200" dirty="0"/>
          </a:p>
        </p:txBody>
      </p:sp>
      <p:pic>
        <p:nvPicPr>
          <p:cNvPr id="8" name="Image 2" descr="D:\Dev\PUC\MVP\mvp-gestao-agil\wireframes\03-quadro-kan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134" y="2820919"/>
            <a:ext cx="1999427" cy="149048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5096134" y="534924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Kanban + filtros</a:t>
            </a:r>
            <a:endParaRPr lang="en-US" sz="1200" dirty="0"/>
          </a:p>
        </p:txBody>
      </p:sp>
      <p:pic>
        <p:nvPicPr>
          <p:cNvPr id="10" name="Image 3" descr="D:\Dev\PUC\MVP\mvp-gestao-agil\wireframes\04-modal-exclus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161" y="2846366"/>
            <a:ext cx="1999427" cy="143958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pic>
      <p:sp>
        <p:nvSpPr>
          <p:cNvPr id="11" name="Text 5"/>
          <p:cNvSpPr/>
          <p:nvPr/>
        </p:nvSpPr>
        <p:spPr>
          <a:xfrm>
            <a:off x="7324161" y="534924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 exclusão</a:t>
            </a:r>
            <a:endParaRPr lang="en-US" sz="1200" dirty="0"/>
          </a:p>
        </p:txBody>
      </p:sp>
      <p:pic>
        <p:nvPicPr>
          <p:cNvPr id="12" name="Image 4" descr="D:\Dev\PUC\MVP\mvp-gestao-agil\wireframes\05-mobile-responsiv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3161" y="1920240"/>
            <a:ext cx="1717482" cy="32918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4">
                <a:alpha val="25000"/>
              </a:srgbClr>
            </a:outerShdw>
          </a:effectLst>
        </p:spPr>
      </p:pic>
      <p:sp>
        <p:nvSpPr>
          <p:cNvPr id="13" name="Text 6"/>
          <p:cNvSpPr/>
          <p:nvPr/>
        </p:nvSpPr>
        <p:spPr>
          <a:xfrm>
            <a:off x="9552188" y="534924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011680"/>
            <a:ext cx="6400800" cy="6400800"/>
          </a:xfrm>
          <a:prstGeom prst="ellipse">
            <a:avLst/>
          </a:prstGeom>
          <a:solidFill>
            <a:srgbClr val="0E4A8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Agenda de Tarefas — um MVP simples, validável e pronto para a primeira sprint.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303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Costa</a:t>
            </a:r>
            <a:pPr indent="0" marL="0">
              <a:buNone/>
            </a:pPr>
            <a:r>
              <a:rPr lang="en-US" sz="1600" dirty="0">
                <a:solidFill>
                  <a:srgbClr val="0DC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PUC-Rio  ·  Gestão Ágil de Projetos e Produtos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PUC-Rio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MVP — Minha Agenda de Tarefas</dc:title>
  <dc:subject>Gestão Ágil de Projetos e Produtos</dc:subject>
  <dc:creator>Jackson Costa</dc:creator>
  <cp:lastModifiedBy>Jackson Costa</cp:lastModifiedBy>
  <cp:revision>1</cp:revision>
  <dcterms:created xsi:type="dcterms:W3CDTF">2026-06-20T20:20:55Z</dcterms:created>
  <dcterms:modified xsi:type="dcterms:W3CDTF">2026-06-20T20:20:55Z</dcterms:modified>
</cp:coreProperties>
</file>